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61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97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55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291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20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842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99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574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58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44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219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9113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302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4676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680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80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47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83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Climate Change Modeling using Data Science and NLP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t>Analysis of Public Engagement on Climate Change using NASA Social Media Data</a:t>
            </a:r>
          </a:p>
          <a:p>
            <a:r>
              <a:t>Prepared by: Buvi</a:t>
            </a:r>
          </a:p>
          <a:p>
            <a:r>
              <a:t>Tools: Python | Machine Learning | NLP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Climate change is a major global issue requiring effective communication.</a:t>
            </a:r>
          </a:p>
          <a:p>
            <a:r>
              <a:t>Social media platforms provide insight into public perception and engagement.</a:t>
            </a:r>
          </a:p>
          <a:p>
            <a:r>
              <a:t>NASA actively communicates climate-related information to the public.</a:t>
            </a:r>
          </a:p>
          <a:p>
            <a:r>
              <a:t>Understanding engagement helps evaluate the impact of scientific communication.</a:t>
            </a:r>
          </a:p>
          <a:p>
            <a:r>
              <a:t>Objective:</a:t>
            </a:r>
          </a:p>
          <a:p>
            <a:r>
              <a:t>- Analyze climate-related social media comments</a:t>
            </a:r>
          </a:p>
          <a:p>
            <a:r>
              <a:t>- Apply data science and NLP techniques</a:t>
            </a:r>
          </a:p>
          <a:p>
            <a:r>
              <a:t>- Predict user engagement based on comment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NASA Climate Change Facebook Page</a:t>
            </a:r>
          </a:p>
          <a:p>
            <a:r>
              <a:t>Size: 522 comments (2020–2023)</a:t>
            </a:r>
          </a:p>
          <a:p>
            <a:r>
              <a:t>Key Columns:</a:t>
            </a:r>
          </a:p>
          <a:p>
            <a:r>
              <a:t>- Date of comment</a:t>
            </a:r>
          </a:p>
          <a:p>
            <a:r>
              <a:t>- Likes count</a:t>
            </a:r>
          </a:p>
          <a:p>
            <a:r>
              <a:t>- Comments count</a:t>
            </a:r>
          </a:p>
          <a:p>
            <a:r>
              <a:t>- Comment text</a:t>
            </a:r>
          </a:p>
          <a:p>
            <a:r>
              <a:t>- Anonymized user ID</a:t>
            </a:r>
          </a:p>
          <a:p>
            <a:r>
              <a:t>Note: Dataset is small but suitable for NLP and engagement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Science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Potential Applications:</a:t>
            </a:r>
          </a:p>
          <a:p>
            <a:r>
              <a:t>- Engagement Analysis (Primary focus)</a:t>
            </a:r>
          </a:p>
          <a:p>
            <a:r>
              <a:t>- Sentiment Analysis (future scope)</a:t>
            </a:r>
          </a:p>
          <a:p>
            <a:r>
              <a:t>- Trend Analysis</a:t>
            </a:r>
          </a:p>
          <a:p>
            <a:r>
              <a:t>- Topic Modeling</a:t>
            </a:r>
          </a:p>
          <a:p>
            <a:r>
              <a:t>Chosen Focus: Engagement analysis using text and metadata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Distribution of Likes Count</a:t>
            </a:r>
          </a:p>
        </p:txBody>
      </p:sp>
      <p:pic>
        <p:nvPicPr>
          <p:cNvPr id="3" name="Picture 2" descr="like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Distribution of Comments Count</a:t>
            </a:r>
          </a:p>
        </p:txBody>
      </p:sp>
      <p:pic>
        <p:nvPicPr>
          <p:cNvPr id="3" name="Picture 2" descr="comment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Likes vs Comments Scatter Plot</a:t>
            </a:r>
          </a:p>
        </p:txBody>
      </p:sp>
      <p:pic>
        <p:nvPicPr>
          <p:cNvPr id="3" name="Picture 2" descr="likes_vs_com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Missing Values Analysis</a:t>
            </a:r>
          </a:p>
        </p:txBody>
      </p:sp>
      <p:pic>
        <p:nvPicPr>
          <p:cNvPr id="3" name="Picture 2" descr="missing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Converted date column to datetime</a:t>
            </a:r>
          </a:p>
          <a:p>
            <a:r>
              <a:t>Created time-based features (year, month, day)</a:t>
            </a:r>
          </a:p>
          <a:p>
            <a:r>
              <a:t>Cleaned text data:</a:t>
            </a:r>
          </a:p>
          <a:p>
            <a:r>
              <a:t>- Lowercasing</a:t>
            </a:r>
          </a:p>
          <a:p>
            <a:r>
              <a:t>- URL removal</a:t>
            </a:r>
          </a:p>
          <a:p>
            <a:r>
              <a:t>- Punctuation removal</a:t>
            </a:r>
          </a:p>
          <a:p>
            <a:r>
              <a:t>Created text length feature</a:t>
            </a:r>
          </a:p>
          <a:p>
            <a:r>
              <a:t>Purpose: Prepare data for NLP and machine learning 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&amp;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TF-IDF Vectorization (Top 1000 features)</a:t>
            </a:r>
          </a:p>
          <a:p>
            <a:r>
              <a:t>Combined with numerical features:</a:t>
            </a:r>
          </a:p>
          <a:p>
            <a:r>
              <a:t>- Comments count</a:t>
            </a:r>
          </a:p>
          <a:p>
            <a:r>
              <a:t>- Text length</a:t>
            </a:r>
          </a:p>
          <a:p>
            <a:r>
              <a:t>- Year and month</a:t>
            </a:r>
          </a:p>
          <a:p>
            <a:r>
              <a:t>Final Feature Size: 1004 features</a:t>
            </a:r>
          </a:p>
          <a:p>
            <a:r>
              <a:t>Why TF-IDF? Converts text into meaningful numerical representations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Model: Random Forest Regressor</a:t>
            </a:r>
          </a:p>
          <a:p>
            <a:r>
              <a:t>Why Random Forest?</a:t>
            </a:r>
          </a:p>
          <a:p>
            <a:r>
              <a:t>- Handles non-linear data</a:t>
            </a:r>
          </a:p>
          <a:p>
            <a:r>
              <a:t>- Robust to noise</a:t>
            </a:r>
          </a:p>
          <a:p>
            <a:r>
              <a:t>- Suitable for mixed features</a:t>
            </a:r>
          </a:p>
          <a:p>
            <a:r>
              <a:t>Training:</a:t>
            </a:r>
          </a:p>
          <a:p>
            <a:r>
              <a:t>- Train-test split: 80% / 20%</a:t>
            </a:r>
          </a:p>
          <a:p>
            <a:r>
              <a:t>- Trained on combined features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Actual vs Predicted Likes Count</a:t>
            </a:r>
          </a:p>
        </p:txBody>
      </p:sp>
      <p:pic>
        <p:nvPicPr>
          <p:cNvPr id="3" name="Picture 2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implemented an end-to-end data science workflow</a:t>
            </a:r>
          </a:p>
          <a:p>
            <a:r>
              <a:t>Engagement is influenced by multiple external factors</a:t>
            </a:r>
          </a:p>
          <a:p>
            <a:r>
              <a:t>Text content alone is not sufficient for strong prediction</a:t>
            </a:r>
          </a:p>
          <a:p>
            <a:r>
              <a:t>Demonstrates real-world NLP challenges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Possible Improvements:</a:t>
            </a:r>
          </a:p>
          <a:p>
            <a:r>
              <a:t>- Sentiment analysis</a:t>
            </a:r>
          </a:p>
          <a:p>
            <a:r>
              <a:t>- Topic modeling</a:t>
            </a:r>
          </a:p>
          <a:p>
            <a:r>
              <a:t>- Deep learning models</a:t>
            </a:r>
          </a:p>
          <a:p>
            <a:r>
              <a:t>- Inclusion of post-level metadata</a:t>
            </a:r>
          </a:p>
          <a:p>
            <a:r>
              <a:t>Focus on methodology, transparency, and practical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</TotalTime>
  <Words>387</Words>
  <Application>Microsoft Office PowerPoint</Application>
  <PresentationFormat>On-screen Show (4:3)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Climate Change Modeling using Data Science and NLP</vt:lpstr>
      <vt:lpstr>Introduction &amp; Background</vt:lpstr>
      <vt:lpstr>Dataset Description</vt:lpstr>
      <vt:lpstr>Data Science Applications</vt:lpstr>
      <vt:lpstr>PowerPoint Presentation</vt:lpstr>
      <vt:lpstr>PowerPoint Presentation</vt:lpstr>
      <vt:lpstr>PowerPoint Presentation</vt:lpstr>
      <vt:lpstr>PowerPoint Presentation</vt:lpstr>
      <vt:lpstr>Data Preprocessing</vt:lpstr>
      <vt:lpstr>Feature Engineering &amp; NLP</vt:lpstr>
      <vt:lpstr>Model Selection &amp; Training</vt:lpstr>
      <vt:lpstr>PowerPoint Presentation</vt:lpstr>
      <vt:lpstr>Conclusion</vt:lpstr>
      <vt:lpstr>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BUVANESH R</cp:lastModifiedBy>
  <cp:revision>2</cp:revision>
  <dcterms:created xsi:type="dcterms:W3CDTF">2013-01-27T09:14:16Z</dcterms:created>
  <dcterms:modified xsi:type="dcterms:W3CDTF">2026-01-18T16:36:15Z</dcterms:modified>
  <cp:category/>
</cp:coreProperties>
</file>